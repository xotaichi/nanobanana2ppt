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3296900" cy="7162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25" Type="http://schemas.openxmlformats.org/officeDocument/2006/relationships/image" Target="../media/image25.png"/><Relationship Id="rId26" Type="http://schemas.openxmlformats.org/officeDocument/2006/relationships/image" Target="../media/image26.png"/><Relationship Id="rId27" Type="http://schemas.openxmlformats.org/officeDocument/2006/relationships/image" Target="../media/image27.png"/><Relationship Id="rId28" Type="http://schemas.openxmlformats.org/officeDocument/2006/relationships/image" Target="../media/image28.png"/><Relationship Id="rId29" Type="http://schemas.openxmlformats.org/officeDocument/2006/relationships/image" Target="../media/image29.png"/><Relationship Id="rId30" Type="http://schemas.openxmlformats.org/officeDocument/2006/relationships/image" Target="../media/image30.png"/><Relationship Id="rId31" Type="http://schemas.openxmlformats.org/officeDocument/2006/relationships/image" Target="../media/image31.png"/><Relationship Id="rId32" Type="http://schemas.openxmlformats.org/officeDocument/2006/relationships/image" Target="../media/image32.png"/><Relationship Id="rId33" Type="http://schemas.openxmlformats.org/officeDocument/2006/relationships/image" Target="../media/image33.png"/><Relationship Id="rId34" Type="http://schemas.openxmlformats.org/officeDocument/2006/relationships/image" Target="../media/image34.png"/><Relationship Id="rId35" Type="http://schemas.openxmlformats.org/officeDocument/2006/relationships/image" Target="../media/image35.png"/><Relationship Id="rId36" Type="http://schemas.openxmlformats.org/officeDocument/2006/relationships/image" Target="../media/image36.png"/><Relationship Id="rId37" Type="http://schemas.openxmlformats.org/officeDocument/2006/relationships/image" Target="../media/image37.png"/><Relationship Id="rId38" Type="http://schemas.openxmlformats.org/officeDocument/2006/relationships/image" Target="../media/image38.png"/><Relationship Id="rId39" Type="http://schemas.openxmlformats.org/officeDocument/2006/relationships/image" Target="../media/image39.png"/><Relationship Id="rId40" Type="http://schemas.openxmlformats.org/officeDocument/2006/relationships/image" Target="../media/image40.png"/><Relationship Id="rId41" Type="http://schemas.openxmlformats.org/officeDocument/2006/relationships/image" Target="../media/image41.png"/><Relationship Id="rId42" Type="http://schemas.openxmlformats.org/officeDocument/2006/relationships/image" Target="../media/image42.png"/><Relationship Id="rId43" Type="http://schemas.openxmlformats.org/officeDocument/2006/relationships/image" Target="../media/image43.png"/><Relationship Id="rId44" Type="http://schemas.openxmlformats.org/officeDocument/2006/relationships/image" Target="../media/image44.png"/><Relationship Id="rId45" Type="http://schemas.openxmlformats.org/officeDocument/2006/relationships/image" Target="../media/image45.png"/><Relationship Id="rId46" Type="http://schemas.openxmlformats.org/officeDocument/2006/relationships/image" Target="../media/image46.png"/><Relationship Id="rId47" Type="http://schemas.openxmlformats.org/officeDocument/2006/relationships/image" Target="../media/image47.png"/><Relationship Id="rId48" Type="http://schemas.openxmlformats.org/officeDocument/2006/relationships/image" Target="../media/image48.png"/><Relationship Id="rId49" Type="http://schemas.openxmlformats.org/officeDocument/2006/relationships/image" Target="../media/image49.png"/><Relationship Id="rId50" Type="http://schemas.openxmlformats.org/officeDocument/2006/relationships/image" Target="../media/image50.png"/><Relationship Id="rId51" Type="http://schemas.openxmlformats.org/officeDocument/2006/relationships/image" Target="../media/image5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image" Target="../media/image62.png"/><Relationship Id="rId13" Type="http://schemas.openxmlformats.org/officeDocument/2006/relationships/image" Target="../media/image6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Relationship Id="rId9" Type="http://schemas.openxmlformats.org/officeDocument/2006/relationships/image" Target="../media/image71.png"/><Relationship Id="rId10" Type="http://schemas.openxmlformats.org/officeDocument/2006/relationships/image" Target="../media/image72.png"/><Relationship Id="rId11" Type="http://schemas.openxmlformats.org/officeDocument/2006/relationships/image" Target="../media/image73.png"/><Relationship Id="rId12" Type="http://schemas.openxmlformats.org/officeDocument/2006/relationships/image" Target="../media/image74.png"/><Relationship Id="rId13" Type="http://schemas.openxmlformats.org/officeDocument/2006/relationships/image" Target="../media/image7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Relationship Id="rId10" Type="http://schemas.openxmlformats.org/officeDocument/2006/relationships/image" Target="../media/image84.png"/><Relationship Id="rId11" Type="http://schemas.openxmlformats.org/officeDocument/2006/relationships/image" Target="../media/image85.png"/><Relationship Id="rId12" Type="http://schemas.openxmlformats.org/officeDocument/2006/relationships/image" Target="../media/image86.png"/><Relationship Id="rId13" Type="http://schemas.openxmlformats.org/officeDocument/2006/relationships/image" Target="../media/image8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94.png"/><Relationship Id="rId9" Type="http://schemas.openxmlformats.org/officeDocument/2006/relationships/image" Target="../media/image95.png"/><Relationship Id="rId10" Type="http://schemas.openxmlformats.org/officeDocument/2006/relationships/image" Target="../media/image96.png"/><Relationship Id="rId11" Type="http://schemas.openxmlformats.org/officeDocument/2006/relationships/image" Target="../media/image97.png"/><Relationship Id="rId12" Type="http://schemas.openxmlformats.org/officeDocument/2006/relationships/image" Target="../media/image98.png"/><Relationship Id="rId13" Type="http://schemas.openxmlformats.org/officeDocument/2006/relationships/image" Target="../media/image9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296900" cy="716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26568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82828"/>
                </a:solidFill>
              </a:rPr>
              <a:t>Original Image</a:t>
            </a:r>
          </a:p>
        </p:txBody>
      </p:sp>
      <p:pic>
        <p:nvPicPr>
          <p:cNvPr id="4" name="Picture 3" descr="demo_ban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49" y="685800"/>
            <a:ext cx="11420475" cy="6153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stored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296900" cy="7162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4875" y="247649"/>
            <a:ext cx="68389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764" b="1">
                <a:solidFill>
                  <a:srgbClr val="040301"/>
                </a:solidFill>
              </a:rPr>
              <a:t>CBC Framework: Structured Consistency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67800" y="266700"/>
            <a:ext cx="3676649" cy="352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554" b="1">
                <a:solidFill>
                  <a:srgbClr val="040300"/>
                </a:solidFill>
              </a:rPr>
              <a:t>Two-Stage Training Regimen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800100"/>
            <a:ext cx="309562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218" b="0">
                <a:solidFill>
                  <a:srgbClr val="1B140A"/>
                </a:solidFill>
              </a:rPr>
              <a:t>Stage 1： Cold-Start Supervision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4700" y="1000125"/>
            <a:ext cx="140017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176" b="1">
                <a:solidFill>
                  <a:srgbClr val="050200"/>
                </a:solidFill>
              </a:rPr>
              <a:t>CBC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43225" y="1295400"/>
            <a:ext cx="21526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176" b="0">
                <a:solidFill>
                  <a:srgbClr val="231C14"/>
                </a:solidFill>
              </a:rPr>
              <a:t>(Semantic Projection &amp;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4200" y="1543050"/>
            <a:ext cx="178117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218" b="1">
                <a:solidFill>
                  <a:srgbClr val="1F170C"/>
                </a:solidFill>
              </a:rPr>
              <a:t>Consistency Check)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43975" y="1971675"/>
            <a:ext cx="790575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966" b="1">
                <a:solidFill>
                  <a:srgbClr val="010101"/>
                </a:solidFill>
              </a:rPr>
              <a:t>Synthetic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34600" y="1981199"/>
            <a:ext cx="6572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40" b="1">
                <a:solidFill>
                  <a:srgbClr val="010100"/>
                </a:solidFill>
              </a:rPr>
              <a:t>Teacher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2350" y="1971675"/>
            <a:ext cx="88582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924" b="1">
                <a:solidFill>
                  <a:srgbClr val="010101"/>
                </a:solidFill>
              </a:rPr>
              <a:t>Supervised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96800" y="1990725"/>
            <a:ext cx="314325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1">
                <a:solidFill>
                  <a:srgbClr val="030305"/>
                </a:solidFill>
              </a:rPr>
              <a:t>CBC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" y="2209800"/>
            <a:ext cx="69532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050" b="1">
                <a:solidFill>
                  <a:srgbClr val="140F09"/>
                </a:solidFill>
              </a:rPr>
              <a:t>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162175"/>
            <a:ext cx="76200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966" b="1">
                <a:solidFill>
                  <a:srgbClr val="0C0703"/>
                </a:solidFill>
              </a:rPr>
              <a:t>Execute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3525" y="2200275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40" b="1">
                <a:solidFill>
                  <a:srgbClr val="010101"/>
                </a:solidFill>
              </a:rP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29850" y="2190750"/>
            <a:ext cx="4762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40" b="1">
                <a:solidFill>
                  <a:srgbClr val="000002"/>
                </a:solidFill>
              </a:rP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3775" y="2190750"/>
            <a:ext cx="94297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008" b="1">
                <a:solidFill>
                  <a:srgbClr val="010100"/>
                </a:solidFill>
              </a:rPr>
              <a:t>Fine-Tuning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11075" y="2190750"/>
            <a:ext cx="4762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40" b="1">
                <a:solidFill>
                  <a:srgbClr val="000000"/>
                </a:solidFill>
              </a:rP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625" y="2457450"/>
            <a:ext cx="107632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924" b="1">
                <a:solidFill>
                  <a:srgbClr val="0D0802"/>
                </a:solidFill>
              </a:rPr>
              <a:t>Instruction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1500" y="2495550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1">
                <a:solidFill>
                  <a:srgbClr val="3F0E09"/>
                </a:solidFill>
              </a:rPr>
              <a:t>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9450" y="2400300"/>
            <a:ext cx="1285875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966" b="1">
                <a:solidFill>
                  <a:srgbClr val="343024"/>
                </a:solidFill>
              </a:rPr>
              <a:t>(Consistent Task)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1575" y="2400300"/>
            <a:ext cx="108585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1">
                <a:solidFill>
                  <a:srgbClr val="070707"/>
                </a:solidFill>
              </a:rPr>
              <a:t>(Seeds+Ijectiens)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53625" y="2400300"/>
            <a:ext cx="1019174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1">
                <a:solidFill>
                  <a:srgbClr val="060604"/>
                </a:solidFill>
              </a:rPr>
              <a:t>(Reasoning Traces)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68100" y="2400300"/>
            <a:ext cx="314325" cy="142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1">
                <a:solidFill>
                  <a:srgbClr val="040402"/>
                </a:solidFill>
              </a:rPr>
              <a:t>(SFT)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30125" y="2400300"/>
            <a:ext cx="428625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1">
                <a:solidFill>
                  <a:srgbClr val="0A0B06"/>
                </a:solidFill>
              </a:rPr>
              <a:t>(Initial)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76674" y="3181350"/>
            <a:ext cx="68580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1">
                <a:solidFill>
                  <a:srgbClr val="4E320D"/>
                </a:solidFill>
              </a:rPr>
              <a:t>Constraint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2975" y="3162300"/>
            <a:ext cx="51435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1">
                <a:solidFill>
                  <a:srgbClr val="0C1E0E"/>
                </a:solidFill>
              </a:rPr>
              <a:t>Domain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3095625"/>
            <a:ext cx="4000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0">
                <a:solidFill>
                  <a:srgbClr val="1D160C"/>
                </a:solidFill>
              </a:rPr>
              <a:t>Stage 2： Dual-Objective Online Alignment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9975" y="3714750"/>
            <a:ext cx="20002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924" b="0">
                <a:solidFill>
                  <a:srgbClr val="0C0900"/>
                </a:solidFill>
              </a:rPr>
              <a:t>Semantic Dimensions: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0449" y="3314700"/>
            <a:ext cx="552450" cy="581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2561" b="1">
                <a:solidFill>
                  <a:srgbClr val="CFC4B2"/>
                </a:solidFill>
              </a:rPr>
              <a:t>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77725" y="3571875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1">
                <a:solidFill>
                  <a:srgbClr val="010101"/>
                </a:solidFill>
              </a:rPr>
              <a:t>Format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68200" y="3762374"/>
            <a:ext cx="495299" cy="152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1">
                <a:solidFill>
                  <a:srgbClr val="010002"/>
                </a:solidFill>
              </a:rPr>
              <a:t>Reward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14775" y="3952875"/>
            <a:ext cx="1390650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0">
                <a:solidFill>
                  <a:srgbClr val="2C251B"/>
                </a:solidFill>
              </a:rPr>
              <a:t>Action, Constraint,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825" y="3990974"/>
            <a:ext cx="46672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008" b="1">
                <a:solidFill>
                  <a:srgbClr val="383127"/>
                </a:solidFill>
              </a:rPr>
              <a:t>Policy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52925" y="4152900"/>
            <a:ext cx="523874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1">
                <a:solidFill>
                  <a:srgbClr val="150E04"/>
                </a:solidFill>
              </a:rPr>
              <a:t>Domain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86425" y="4219575"/>
            <a:ext cx="771525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1">
                <a:solidFill>
                  <a:srgbClr val="180F08"/>
                </a:solidFill>
              </a:rPr>
              <a:t>Execution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86625" y="4105274"/>
            <a:ext cx="7810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176" b="1">
                <a:solidFill>
                  <a:srgbClr val="0E0903"/>
                </a:solidFill>
              </a:rPr>
              <a:t>Degrade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34800" y="4181475"/>
            <a:ext cx="22860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966" b="1">
                <a:solidFill>
                  <a:srgbClr val="49140C"/>
                </a:solidFill>
              </a:rPr>
              <a:t>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039600" y="4114800"/>
            <a:ext cx="990599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1">
                <a:solidFill>
                  <a:srgbClr val="030104"/>
                </a:solidFill>
              </a:rPr>
              <a:t>Failure Penalty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900" y="4333875"/>
            <a:ext cx="12573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134" b="1">
                <a:solidFill>
                  <a:srgbClr val="120D07"/>
                </a:solidFill>
              </a:rPr>
              <a:t>User Request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67550" y="4343400"/>
            <a:ext cx="121920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82" b="1">
                <a:solidFill>
                  <a:srgbClr val="1A1613"/>
                </a:solidFill>
              </a:rPr>
              <a:t>(Non-executable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030075" y="4295775"/>
            <a:ext cx="1009650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1">
                <a:solidFill>
                  <a:srgbClr val="020202"/>
                </a:solidFill>
              </a:rPr>
              <a:t>(Safety Priority)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53299" y="4552950"/>
            <a:ext cx="64770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82" b="1">
                <a:solidFill>
                  <a:srgbClr val="272621"/>
                </a:solidFill>
              </a:rPr>
              <a:t>Context)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91575" y="4619625"/>
            <a:ext cx="1343025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82" b="1">
                <a:solidFill>
                  <a:srgbClr val="010101"/>
                </a:solidFill>
              </a:rPr>
              <a:t>Augmented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06050" y="4610100"/>
            <a:ext cx="1000125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82" b="1">
                <a:solidFill>
                  <a:srgbClr val="000201"/>
                </a:solidFill>
              </a:rPr>
              <a:t>Online GRPO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34850" y="4667250"/>
            <a:ext cx="7715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40" b="1">
                <a:solidFill>
                  <a:srgbClr val="020202"/>
                </a:solidFill>
              </a:rPr>
              <a:t>Task Utility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39225" y="4810125"/>
            <a:ext cx="82867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40" b="1">
                <a:solidFill>
                  <a:srgbClr val="010101"/>
                </a:solidFill>
              </a:rPr>
              <a:t>(Sub-steps+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25100" y="4819650"/>
            <a:ext cx="94297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924" b="1">
                <a:solidFill>
                  <a:srgbClr val="020202"/>
                </a:solidFill>
              </a:rPr>
              <a:t>(Optimization)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315825" y="4867275"/>
            <a:ext cx="381000" cy="142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1">
                <a:solidFill>
                  <a:srgbClr val="010101"/>
                </a:solidFill>
              </a:rPr>
              <a:t>Score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6375" y="5000625"/>
            <a:ext cx="73342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40" b="1">
                <a:solidFill>
                  <a:srgbClr val="030102"/>
                </a:solidFill>
              </a:rPr>
              <a:t>Injections)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38450" y="5676900"/>
            <a:ext cx="23526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050" b="0">
                <a:solidFill>
                  <a:srgbClr val="100C03"/>
                </a:solidFill>
              </a:rPr>
              <a:t>Inconsistency Indicators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14625" y="5915025"/>
            <a:ext cx="259080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882" b="0">
                <a:solidFill>
                  <a:srgbClr val="31271D"/>
                </a:solidFill>
              </a:rPr>
              <a:t>(Action-Constraint,Action-Domain,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47925" y="6105525"/>
            <a:ext cx="31242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924" b="0">
                <a:solidFill>
                  <a:srgbClr val="28241B"/>
                </a:solidFill>
              </a:rPr>
              <a:t>Constraint-Constraint,Domain-Irrelevant)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86625" y="5991225"/>
            <a:ext cx="70485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966" b="1">
                <a:solidFill>
                  <a:srgbClr val="0E0A01"/>
                </a:solidFill>
              </a:rPr>
              <a:t>Discard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87150" y="6048375"/>
            <a:ext cx="981075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966" b="1">
                <a:solidFill>
                  <a:srgbClr val="080401"/>
                </a:solidFill>
              </a:rPr>
              <a:t>CBC Model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3850" y="6267450"/>
            <a:ext cx="13049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008" b="1">
                <a:solidFill>
                  <a:srgbClr val="0A0501"/>
                </a:solidFill>
              </a:rPr>
              <a:t>External Data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43700" y="6219825"/>
            <a:ext cx="17716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050" b="0">
                <a:solidFill>
                  <a:srgbClr val="2F2A26"/>
                </a:solidFill>
              </a:rPr>
              <a:t>(Conflicting Objectives)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01400" y="6276975"/>
            <a:ext cx="170497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1008" b="0">
                <a:solidFill>
                  <a:srgbClr val="27241B"/>
                </a:solidFill>
              </a:rPr>
              <a:t>(Robust &amp; High-Utility)</a:t>
            </a:r>
          </a:p>
        </p:txBody>
      </p:sp>
      <p:pic>
        <p:nvPicPr>
          <p:cNvPr id="59" name="Picture 58" descr="visual_001_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725" y="3476625"/>
            <a:ext cx="742950" cy="333375"/>
          </a:xfrm>
          <a:prstGeom prst="rect">
            <a:avLst/>
          </a:prstGeom>
        </p:spPr>
      </p:pic>
      <p:pic>
        <p:nvPicPr>
          <p:cNvPr id="60" name="Picture 59" descr="visual_002_t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250" y="1438275"/>
            <a:ext cx="733425" cy="1685925"/>
          </a:xfrm>
          <a:prstGeom prst="rect">
            <a:avLst/>
          </a:prstGeom>
        </p:spPr>
      </p:pic>
      <p:pic>
        <p:nvPicPr>
          <p:cNvPr id="61" name="Picture 60" descr="visual_003_t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250" y="4171950"/>
            <a:ext cx="733425" cy="1400175"/>
          </a:xfrm>
          <a:prstGeom prst="rect">
            <a:avLst/>
          </a:prstGeom>
        </p:spPr>
      </p:pic>
      <p:pic>
        <p:nvPicPr>
          <p:cNvPr id="62" name="Picture 61" descr="visual_004_t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7375" y="3476625"/>
            <a:ext cx="514350" cy="333375"/>
          </a:xfrm>
          <a:prstGeom prst="rect">
            <a:avLst/>
          </a:prstGeom>
        </p:spPr>
      </p:pic>
      <p:pic>
        <p:nvPicPr>
          <p:cNvPr id="63" name="Picture 62" descr="visual_005_t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39450" y="2647950"/>
            <a:ext cx="314325" cy="390525"/>
          </a:xfrm>
          <a:prstGeom prst="rect">
            <a:avLst/>
          </a:prstGeom>
        </p:spPr>
      </p:pic>
      <p:pic>
        <p:nvPicPr>
          <p:cNvPr id="64" name="Picture 63" descr="visual_006_tigh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8475" y="5238750"/>
            <a:ext cx="323850" cy="381000"/>
          </a:xfrm>
          <a:prstGeom prst="rect">
            <a:avLst/>
          </a:prstGeom>
        </p:spPr>
      </p:pic>
      <p:pic>
        <p:nvPicPr>
          <p:cNvPr id="65" name="Picture 64" descr="visual_007_tigh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58650" y="1495425"/>
            <a:ext cx="323850" cy="209550"/>
          </a:xfrm>
          <a:prstGeom prst="rect">
            <a:avLst/>
          </a:prstGeom>
        </p:spPr>
      </p:pic>
      <p:pic>
        <p:nvPicPr>
          <p:cNvPr id="66" name="Picture 65" descr="visual_008_tigh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48475" y="3486150"/>
            <a:ext cx="428625" cy="314325"/>
          </a:xfrm>
          <a:prstGeom prst="rect">
            <a:avLst/>
          </a:prstGeom>
        </p:spPr>
      </p:pic>
      <p:pic>
        <p:nvPicPr>
          <p:cNvPr id="67" name="Picture 66" descr="visual_009_tigh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77400" y="1495425"/>
            <a:ext cx="333375" cy="209550"/>
          </a:xfrm>
          <a:prstGeom prst="rect">
            <a:avLst/>
          </a:prstGeom>
        </p:spPr>
      </p:pic>
      <p:pic>
        <p:nvPicPr>
          <p:cNvPr id="68" name="Picture 67" descr="visual_010_tigh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72675" y="4038600"/>
            <a:ext cx="323850" cy="209550"/>
          </a:xfrm>
          <a:prstGeom prst="rect">
            <a:avLst/>
          </a:prstGeom>
        </p:spPr>
      </p:pic>
      <p:pic>
        <p:nvPicPr>
          <p:cNvPr id="69" name="Picture 68" descr="visual_011_tigh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96600" y="1495425"/>
            <a:ext cx="314325" cy="200025"/>
          </a:xfrm>
          <a:prstGeom prst="rect">
            <a:avLst/>
          </a:prstGeom>
        </p:spPr>
      </p:pic>
      <p:pic>
        <p:nvPicPr>
          <p:cNvPr id="70" name="Picture 69" descr="visual_012_tigh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67475" y="3962399"/>
            <a:ext cx="809625" cy="1790700"/>
          </a:xfrm>
          <a:prstGeom prst="rect">
            <a:avLst/>
          </a:prstGeom>
        </p:spPr>
      </p:pic>
      <p:pic>
        <p:nvPicPr>
          <p:cNvPr id="71" name="Picture 70" descr="visual_013_tigh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7475" y="1447800"/>
            <a:ext cx="800100" cy="1866899"/>
          </a:xfrm>
          <a:prstGeom prst="rect">
            <a:avLst/>
          </a:prstGeom>
        </p:spPr>
      </p:pic>
      <p:pic>
        <p:nvPicPr>
          <p:cNvPr id="72" name="Picture 71" descr="visual_014_tight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91850" y="3790949"/>
            <a:ext cx="228600" cy="342900"/>
          </a:xfrm>
          <a:prstGeom prst="rect">
            <a:avLst/>
          </a:prstGeom>
        </p:spPr>
      </p:pic>
      <p:pic>
        <p:nvPicPr>
          <p:cNvPr id="73" name="Picture 72" descr="visual_015_tigh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43775" y="3133725"/>
            <a:ext cx="685800" cy="895350"/>
          </a:xfrm>
          <a:prstGeom prst="rect">
            <a:avLst/>
          </a:prstGeom>
        </p:spPr>
      </p:pic>
      <p:pic>
        <p:nvPicPr>
          <p:cNvPr id="74" name="Picture 73" descr="visual_016_tight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53299" y="5172075"/>
            <a:ext cx="647700" cy="752475"/>
          </a:xfrm>
          <a:prstGeom prst="rect">
            <a:avLst/>
          </a:prstGeom>
        </p:spPr>
      </p:pic>
      <p:pic>
        <p:nvPicPr>
          <p:cNvPr id="75" name="Picture 74" descr="visual_017_tight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77325" y="3629025"/>
            <a:ext cx="781050" cy="914400"/>
          </a:xfrm>
          <a:prstGeom prst="rect">
            <a:avLst/>
          </a:prstGeom>
        </p:spPr>
      </p:pic>
      <p:pic>
        <p:nvPicPr>
          <p:cNvPr id="76" name="Picture 75" descr="visual_018_tight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67800" y="1266825"/>
            <a:ext cx="542925" cy="657225"/>
          </a:xfrm>
          <a:prstGeom prst="rect">
            <a:avLst/>
          </a:prstGeom>
        </p:spPr>
      </p:pic>
      <p:pic>
        <p:nvPicPr>
          <p:cNvPr id="77" name="Picture 76" descr="visual_019_tight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87175" y="3600450"/>
            <a:ext cx="352425" cy="323850"/>
          </a:xfrm>
          <a:prstGeom prst="rect">
            <a:avLst/>
          </a:prstGeom>
        </p:spPr>
      </p:pic>
      <p:pic>
        <p:nvPicPr>
          <p:cNvPr id="78" name="Picture 77" descr="visual_020_tight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458700" y="1247775"/>
            <a:ext cx="400050" cy="676275"/>
          </a:xfrm>
          <a:prstGeom prst="rect">
            <a:avLst/>
          </a:prstGeom>
        </p:spPr>
      </p:pic>
      <p:pic>
        <p:nvPicPr>
          <p:cNvPr id="79" name="Picture 78" descr="visual_021_tight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696700" y="4133849"/>
            <a:ext cx="323850" cy="323850"/>
          </a:xfrm>
          <a:prstGeom prst="rect">
            <a:avLst/>
          </a:prstGeom>
        </p:spPr>
      </p:pic>
      <p:pic>
        <p:nvPicPr>
          <p:cNvPr id="80" name="Picture 79" descr="visual_022_tight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571750" y="4886325"/>
            <a:ext cx="609600" cy="628650"/>
          </a:xfrm>
          <a:prstGeom prst="rect">
            <a:avLst/>
          </a:prstGeom>
        </p:spPr>
      </p:pic>
      <p:pic>
        <p:nvPicPr>
          <p:cNvPr id="81" name="Picture 80" descr="visual_023_tight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23925" y="5210175"/>
            <a:ext cx="104775" cy="276225"/>
          </a:xfrm>
          <a:prstGeom prst="rect">
            <a:avLst/>
          </a:prstGeom>
        </p:spPr>
      </p:pic>
      <p:pic>
        <p:nvPicPr>
          <p:cNvPr id="82" name="Picture 81" descr="visual_024_tight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67175" y="4895850"/>
            <a:ext cx="628650" cy="619125"/>
          </a:xfrm>
          <a:prstGeom prst="rect">
            <a:avLst/>
          </a:prstGeom>
        </p:spPr>
      </p:pic>
      <p:pic>
        <p:nvPicPr>
          <p:cNvPr id="83" name="Picture 82" descr="visual_025_tight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343775" y="1143000"/>
            <a:ext cx="847725" cy="942975"/>
          </a:xfrm>
          <a:prstGeom prst="rect">
            <a:avLst/>
          </a:prstGeom>
        </p:spPr>
      </p:pic>
      <p:pic>
        <p:nvPicPr>
          <p:cNvPr id="84" name="Picture 83" descr="visual_026_tight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696700" y="4638675"/>
            <a:ext cx="314325" cy="438150"/>
          </a:xfrm>
          <a:prstGeom prst="rect">
            <a:avLst/>
          </a:prstGeom>
        </p:spPr>
      </p:pic>
      <p:pic>
        <p:nvPicPr>
          <p:cNvPr id="85" name="Picture 84" descr="visual_027_tight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819650" y="4886325"/>
            <a:ext cx="619125" cy="628650"/>
          </a:xfrm>
          <a:prstGeom prst="rect">
            <a:avLst/>
          </a:prstGeom>
        </p:spPr>
      </p:pic>
      <p:pic>
        <p:nvPicPr>
          <p:cNvPr id="86" name="Picture 85" descr="visual_028_tight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438525" y="5010150"/>
            <a:ext cx="371475" cy="381000"/>
          </a:xfrm>
          <a:prstGeom prst="rect">
            <a:avLst/>
          </a:prstGeom>
        </p:spPr>
      </p:pic>
      <p:pic>
        <p:nvPicPr>
          <p:cNvPr id="87" name="Picture 86" descr="visual_029_tight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324225" y="4886325"/>
            <a:ext cx="609600" cy="628650"/>
          </a:xfrm>
          <a:prstGeom prst="rect">
            <a:avLst/>
          </a:prstGeom>
        </p:spPr>
      </p:pic>
      <p:pic>
        <p:nvPicPr>
          <p:cNvPr id="88" name="Picture 87" descr="visual_030_tight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306175" y="1238250"/>
            <a:ext cx="666750" cy="685800"/>
          </a:xfrm>
          <a:prstGeom prst="rect">
            <a:avLst/>
          </a:prstGeom>
        </p:spPr>
      </p:pic>
      <p:pic>
        <p:nvPicPr>
          <p:cNvPr id="89" name="Picture 88" descr="visual_031_tight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401300" y="3590925"/>
            <a:ext cx="809625" cy="962024"/>
          </a:xfrm>
          <a:prstGeom prst="rect">
            <a:avLst/>
          </a:prstGeom>
        </p:spPr>
      </p:pic>
      <p:pic>
        <p:nvPicPr>
          <p:cNvPr id="90" name="Picture 89" descr="visual_032_tight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963150" y="5553075"/>
            <a:ext cx="1133475" cy="1323975"/>
          </a:xfrm>
          <a:prstGeom prst="rect">
            <a:avLst/>
          </a:prstGeom>
        </p:spPr>
      </p:pic>
      <p:pic>
        <p:nvPicPr>
          <p:cNvPr id="91" name="Picture 90" descr="visual_033_tight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52450" y="4953000"/>
            <a:ext cx="857250" cy="1123950"/>
          </a:xfrm>
          <a:prstGeom prst="rect">
            <a:avLst/>
          </a:prstGeom>
        </p:spPr>
      </p:pic>
      <p:pic>
        <p:nvPicPr>
          <p:cNvPr id="92" name="Picture 91" descr="visual_034_tight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096500" y="1247775"/>
            <a:ext cx="457200" cy="676275"/>
          </a:xfrm>
          <a:prstGeom prst="rect">
            <a:avLst/>
          </a:prstGeom>
        </p:spPr>
      </p:pic>
      <p:pic>
        <p:nvPicPr>
          <p:cNvPr id="93" name="Picture 92" descr="visual_035_tight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42900" y="3019425"/>
            <a:ext cx="1304925" cy="1247775"/>
          </a:xfrm>
          <a:prstGeom prst="rect">
            <a:avLst/>
          </a:prstGeom>
        </p:spPr>
      </p:pic>
      <p:pic>
        <p:nvPicPr>
          <p:cNvPr id="94" name="Picture 93" descr="visual_036_tight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52450" y="1047749"/>
            <a:ext cx="923925" cy="923925"/>
          </a:xfrm>
          <a:prstGeom prst="rect">
            <a:avLst/>
          </a:prstGeom>
        </p:spPr>
      </p:pic>
      <p:pic>
        <p:nvPicPr>
          <p:cNvPr id="95" name="Picture 94" descr="visual_037_tight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210300" y="3314700"/>
            <a:ext cx="657225" cy="647700"/>
          </a:xfrm>
          <a:prstGeom prst="rect">
            <a:avLst/>
          </a:prstGeom>
        </p:spPr>
      </p:pic>
      <p:pic>
        <p:nvPicPr>
          <p:cNvPr id="96" name="Picture 95" descr="visual_038_tight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791450" y="1676400"/>
            <a:ext cx="400050" cy="419100"/>
          </a:xfrm>
          <a:prstGeom prst="rect">
            <a:avLst/>
          </a:prstGeom>
        </p:spPr>
      </p:pic>
      <p:pic>
        <p:nvPicPr>
          <p:cNvPr id="97" name="Picture 96" descr="visual_039_tight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838575" y="2162175"/>
            <a:ext cx="1552575" cy="1323975"/>
          </a:xfrm>
          <a:prstGeom prst="rect">
            <a:avLst/>
          </a:prstGeom>
        </p:spPr>
      </p:pic>
      <p:pic>
        <p:nvPicPr>
          <p:cNvPr id="98" name="Picture 97" descr="visual_040_tight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23850" y="4829175"/>
            <a:ext cx="1381125" cy="1371600"/>
          </a:xfrm>
          <a:prstGeom prst="rect">
            <a:avLst/>
          </a:prstGeom>
        </p:spPr>
      </p:pic>
      <p:pic>
        <p:nvPicPr>
          <p:cNvPr id="99" name="Picture 98" descr="visual_041_tight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505075" y="2828925"/>
            <a:ext cx="990599" cy="1000125"/>
          </a:xfrm>
          <a:prstGeom prst="rect">
            <a:avLst/>
          </a:prstGeom>
        </p:spPr>
      </p:pic>
      <p:pic>
        <p:nvPicPr>
          <p:cNvPr id="100" name="Picture 99" descr="visual_042_tight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57275" y="3676649"/>
            <a:ext cx="438150" cy="485775"/>
          </a:xfrm>
          <a:prstGeom prst="rect">
            <a:avLst/>
          </a:prstGeom>
        </p:spPr>
      </p:pic>
      <p:pic>
        <p:nvPicPr>
          <p:cNvPr id="101" name="Picture 100" descr="visual_043_tight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47675" y="3124200"/>
            <a:ext cx="981075" cy="609600"/>
          </a:xfrm>
          <a:prstGeom prst="rect">
            <a:avLst/>
          </a:prstGeom>
        </p:spPr>
      </p:pic>
      <p:pic>
        <p:nvPicPr>
          <p:cNvPr id="102" name="Picture 101" descr="visual_044_tight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33375" y="866775"/>
            <a:ext cx="1352550" cy="1266825"/>
          </a:xfrm>
          <a:prstGeom prst="rect">
            <a:avLst/>
          </a:prstGeom>
        </p:spPr>
      </p:pic>
      <p:pic>
        <p:nvPicPr>
          <p:cNvPr id="103" name="Picture 102" descr="visual_045_tight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687050" y="6153150"/>
            <a:ext cx="419100" cy="676275"/>
          </a:xfrm>
          <a:prstGeom prst="rect">
            <a:avLst/>
          </a:prstGeom>
        </p:spPr>
      </p:pic>
      <p:pic>
        <p:nvPicPr>
          <p:cNvPr id="104" name="Picture 103" descr="visual_046_tight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0410825" y="4105274"/>
            <a:ext cx="266700" cy="171450"/>
          </a:xfrm>
          <a:prstGeom prst="rect">
            <a:avLst/>
          </a:prstGeom>
        </p:spPr>
      </p:pic>
      <p:pic>
        <p:nvPicPr>
          <p:cNvPr id="105" name="Picture 104" descr="visual_047_tight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228725" y="2495550"/>
            <a:ext cx="219075" cy="152400"/>
          </a:xfrm>
          <a:prstGeom prst="rect">
            <a:avLst/>
          </a:prstGeom>
        </p:spPr>
      </p:pic>
      <p:pic>
        <p:nvPicPr>
          <p:cNvPr id="106" name="Picture 105" descr="visual_048_tight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61975" y="2524125"/>
            <a:ext cx="209550" cy="76200"/>
          </a:xfrm>
          <a:prstGeom prst="rect">
            <a:avLst/>
          </a:prstGeom>
        </p:spPr>
      </p:pic>
      <p:pic>
        <p:nvPicPr>
          <p:cNvPr id="107" name="Picture 106" descr="visual_049_tight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924425" y="5000625"/>
            <a:ext cx="409575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296900" cy="716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26568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82828"/>
                </a:solidFill>
              </a:rPr>
              <a:t>SAM3 Visual Crops 1/5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009650"/>
            <a:ext cx="1866899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79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isual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525" y="552450"/>
            <a:ext cx="828675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14599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isual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2075" y="552450"/>
            <a:ext cx="990599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09159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7999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isual_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4675" y="828675"/>
            <a:ext cx="1866899" cy="1276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03719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visual_004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isual_0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3114675"/>
            <a:ext cx="1524000" cy="1828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20040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79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visual_0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6525" y="3114675"/>
            <a:ext cx="1590675" cy="1828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514599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visual_006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visual_0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3925" y="3371850"/>
            <a:ext cx="1866899" cy="13049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09159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visual_007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7999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visual_00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24675" y="3314700"/>
            <a:ext cx="1866899" cy="14287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03719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visual_008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visual_00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" y="5953125"/>
            <a:ext cx="1866899" cy="12763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20040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visual_009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79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visual_0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33650" y="5934075"/>
            <a:ext cx="1866899" cy="13049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514599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visual_010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visual_0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33925" y="5943600"/>
            <a:ext cx="1866899" cy="128587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709159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visual_011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7999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visual_0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9500" y="5676900"/>
            <a:ext cx="857250" cy="18288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903719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296900" cy="716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26568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82828"/>
                </a:solidFill>
              </a:rPr>
              <a:t>SAM3 Visual Crops 2/5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552450"/>
            <a:ext cx="81915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79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isual_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552450"/>
            <a:ext cx="1304925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14599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isual_0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552450"/>
            <a:ext cx="1428750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09159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7999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isual_0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7550" y="552450"/>
            <a:ext cx="1590675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03719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visual_016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isual_0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3114675"/>
            <a:ext cx="1581150" cy="1828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20040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visual_017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79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visual_01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5100" y="3114675"/>
            <a:ext cx="1533525" cy="1828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514599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visual_018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visual_01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3925" y="3162300"/>
            <a:ext cx="1866899" cy="1733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09159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visual_019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7999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visual_02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6625" y="3114675"/>
            <a:ext cx="1143000" cy="1828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03719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visual_020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visual_02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950" y="5676900"/>
            <a:ext cx="1828800" cy="1828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20040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visual_021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79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visual_02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81275" y="5676900"/>
            <a:ext cx="1781175" cy="1828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514599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visual_022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visual_02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19700" y="5676900"/>
            <a:ext cx="885825" cy="1828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709159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visual_023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7999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visual_024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34200" y="5676900"/>
            <a:ext cx="1847850" cy="18288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903719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296900" cy="716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26568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82828"/>
                </a:solidFill>
              </a:rPr>
              <a:t>SAM3 Visual Crops 3/5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_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552450"/>
            <a:ext cx="165735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79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isual_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300" y="552450"/>
            <a:ext cx="137160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14599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isual_0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0" y="552450"/>
            <a:ext cx="1800225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09159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visual_027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7999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isual_0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2775" y="552450"/>
            <a:ext cx="1790700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03719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visual_028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isual_0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525" y="3114675"/>
            <a:ext cx="1771650" cy="1828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20040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visual_029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79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visual_03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1275" y="3114675"/>
            <a:ext cx="1781175" cy="1828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514599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visual_030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visual_03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6325" y="3114675"/>
            <a:ext cx="1552575" cy="1828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09159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visual_031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7999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visual_03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7550" y="3114675"/>
            <a:ext cx="1581150" cy="1828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03719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visual_032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visual_03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5676900"/>
            <a:ext cx="1409700" cy="1828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20040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visual_033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79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visual_03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28925" y="5676900"/>
            <a:ext cx="1285875" cy="1828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514599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visual_034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visual_03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33925" y="5695950"/>
            <a:ext cx="1866899" cy="178117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709159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visual_035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7999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visual_03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43725" y="5676900"/>
            <a:ext cx="1828800" cy="18288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903719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296900" cy="716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26568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82828"/>
                </a:solidFill>
              </a:rPr>
              <a:t>SAM3 Visual Crops 4/5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_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552450"/>
            <a:ext cx="184785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79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isual_0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552450"/>
            <a:ext cx="175260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14599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isual_0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925" y="666750"/>
            <a:ext cx="1866899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09159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visual_039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7999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isual_0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200" y="552450"/>
            <a:ext cx="1847850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03719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visual_040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isual_0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475" y="3114675"/>
            <a:ext cx="1809750" cy="1828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20040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visual_041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79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visual_04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8425" y="3114675"/>
            <a:ext cx="1666875" cy="1828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514599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visual_042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visual_04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3925" y="3429000"/>
            <a:ext cx="1866899" cy="12001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09159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visual_043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7999" y="306323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visual_04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24675" y="3152775"/>
            <a:ext cx="1866899" cy="1752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03719" y="50017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visual_044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visual_04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5676900"/>
            <a:ext cx="1181100" cy="1828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20040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visual_045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79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visual_04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33650" y="5934075"/>
            <a:ext cx="1866899" cy="13144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514599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visual_046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visual_047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33925" y="5876925"/>
            <a:ext cx="1866899" cy="141922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709159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visual_047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7999" y="5623559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visual_04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24675" y="6124575"/>
            <a:ext cx="1866899" cy="93344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903719" y="756208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visual_048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296900" cy="716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26568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82828"/>
                </a:solidFill>
              </a:rPr>
              <a:t>SAM3 Visual Crops 5/5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502920"/>
            <a:ext cx="2011680" cy="2331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sual_0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552450"/>
            <a:ext cx="1866899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244144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64646"/>
                </a:solidFill>
              </a:rPr>
              <a:t>visual_049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